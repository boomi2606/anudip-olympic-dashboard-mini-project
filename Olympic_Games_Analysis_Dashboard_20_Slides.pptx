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249" autoAdjust="0"/>
  </p:normalViewPr>
  <p:slideViewPr>
    <p:cSldViewPr snapToGrid="0" snapToObjects="1">
      <p:cViewPr varScale="1">
        <p:scale>
          <a:sx n="72" d="100"/>
          <a:sy n="72" d="100"/>
        </p:scale>
        <p:origin x="63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46304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OLYMPIC GAMES
ANALYSIS DASHBOARD</a:t>
            </a:r>
          </a:p>
          <a:p>
            <a:pPr algn="ctr"/>
            <a:r>
              <a:rPr sz="2200">
                <a:solidFill>
                  <a:srgbClr val="FFFFFF"/>
                </a:solidFill>
              </a:rPr>
              <a:t>Mini Project Presentation</a:t>
            </a:r>
          </a:p>
          <a:p>
            <a:pPr algn="ctr"/>
            <a:r>
              <a:rPr sz="1700">
                <a:solidFill>
                  <a:srgbClr val="D2E1F0"/>
                </a:solidFill>
              </a:rPr>
              <a:t>Excel • Power Query • PivotTables • PivotCharts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6969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C"/>
                </a:solidFill>
              </a:rPr>
              <a:t>2.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The Olympic Games contain a large amount of athlete and event data.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This project uses the data to find simple and useful patterns.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Power Query was used to clean and prepare the data.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PivotTables and PivotCharts were used for analysis.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An interactive dashboard was created using slicers.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6969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C"/>
                </a:solidFill>
              </a:rPr>
              <a:t>3.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Raw Olympic data is large and difficult to understand directly.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Important information is spread across many rows and columns.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It is difficult to quickly compare sports, countries, gender, seasons and medals.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The goal is to convert raw data into clear visual information.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The dashboard helps users understand the data quickly.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6969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C"/>
                </a:solidFill>
              </a:rPr>
              <a:t>4. 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Clean and prepare the Olympic dataset.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Find important numbers using KPIs.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Study athlete participation over the Olympic years.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Compare sports, gender and Olympic seasons.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Analyze medal-winning countries and medal types.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Present the results in a simple interactive dashboard.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6969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C"/>
                </a:solidFill>
              </a:rPr>
              <a:t>5. Dataset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Olympic athlete-event dataset.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10,000 records are used for this mini project.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The original data contains athlete, event, sport, year and medal information.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Important columns include Name, Sex, Age, NOC, Games, Year, Season, Sport, Event and Medal.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6969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C"/>
                </a:solidFill>
              </a:rPr>
              <a:t>6. Raw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Before cleaning, the raw data was checked for blanks, duplicates, data types and country codes.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The screenshot below shows the original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6969"/>
                </a:solidFill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828800"/>
            <a:ext cx="5029200" cy="3383280"/>
          </a:xfrm>
          <a:prstGeom prst="roundRect">
            <a:avLst/>
          </a:prstGeom>
          <a:solidFill>
            <a:srgbClr val="EFF5FA"/>
          </a:solidFill>
          <a:ln>
            <a:solidFill>
              <a:srgbClr val="2D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D6CB4"/>
                </a:solidFill>
              </a:rPr>
              <a:t>PASTE RAW DATA SCREENSHOT HERE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2626A9-3C62-4174-BCEE-8EC92DC4E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3348" y="1828800"/>
            <a:ext cx="5746652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C"/>
                </a:solidFill>
              </a:rPr>
              <a:t>7. Raw Data Issues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Some Age, Height and Weight values are blank.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Medal is blank when there is no recorded medal.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NOC contains short codes such as IND, USA and CHN.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Different data types need to be checked.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The data needs cleaning before analysis.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6969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C"/>
                </a:solidFill>
              </a:rPr>
              <a:t>8. Preprocessing in Power Query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Remove exact duplicate rows.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Set correct data types.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Trim and clean text values.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Check missing and error values.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Check Sex, Season and Medal categories.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Merge NOC with the NOC lookup table.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Create useful columns such as Medal Status and Age Group.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6969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C"/>
                </a:solidFill>
              </a:rPr>
              <a:t>9. Preprocessed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After cleaning, the data is ready for PivotTables and charts.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The screenshot below shows the cleaned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6969"/>
                </a:solidFill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828800"/>
            <a:ext cx="5303520" cy="3383280"/>
          </a:xfrm>
          <a:prstGeom prst="roundRect">
            <a:avLst/>
          </a:prstGeom>
          <a:solidFill>
            <a:srgbClr val="EFF5FA"/>
          </a:solidFill>
          <a:ln>
            <a:solidFill>
              <a:srgbClr val="2D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D6CB4"/>
                </a:solidFill>
              </a:rPr>
              <a:t>PASTE PREPROCESSED DATA SCREENSHOT HERE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52428-5251-4A2C-AB11-B63B490CF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828800"/>
            <a:ext cx="5760720" cy="45537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C"/>
                </a:solidFill>
              </a:rPr>
              <a:t>10. NOC to Country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NOC is a short code used to identify an Olympic committee.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Example: IND = India, USA = United States, CHN = China.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A separate NOC lookup table was used.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Power Query Merge matched the NOC codes.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This makes country analysis easier to understand.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6969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C"/>
                </a:solidFill>
              </a:rPr>
              <a:t>11. KPIs Used in the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Total Athlete Records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Total Countries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Total Sports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Total Medal Records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Gold Medals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Silver Medals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Bronze Medals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6969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C"/>
                </a:solidFill>
              </a:rPr>
              <a:t>12. KPI Calculation – PivotTables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Total Athlete Records → Count of ID.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Total Countries → Distinct Count of NOC.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Total Sports → Distinct Count of Sport.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Total Medal Records → Count of Medal.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Gold, Silver and Bronze → Medal as Rows + Count of ID.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These values are displayed as KPI cards.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6969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C"/>
                </a:solidFill>
              </a:rPr>
              <a:t>13. Chart 1 – Athlete Participation Over Years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rPr dirty="0"/>
              <a:t>Rows: Year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rPr dirty="0"/>
              <a:t>Values: Count of ID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rPr dirty="0"/>
              <a:t>Chart: Line Chart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rPr dirty="0"/>
              <a:t>Purpose: To see how athlete participation changed</a:t>
            </a:r>
            <a:endParaRPr lang="en-US" dirty="0"/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rPr lang="en-IN" dirty="0"/>
              <a:t>                </a:t>
            </a:r>
            <a:r>
              <a:rPr dirty="0"/>
              <a:t> over the Olympic years.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6969"/>
                </a:solidFill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815084"/>
            <a:ext cx="4754880" cy="3474720"/>
          </a:xfrm>
          <a:prstGeom prst="roundRect">
            <a:avLst/>
          </a:prstGeom>
          <a:solidFill>
            <a:srgbClr val="EFF5FA"/>
          </a:solidFill>
          <a:ln>
            <a:solidFill>
              <a:srgbClr val="2D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D6CB4"/>
                </a:solidFill>
              </a:rPr>
              <a:t>PASTE PARTICIPATION LINE CHART HERE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20DF82-6357-4C6D-91AD-E66AE9A5E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206" y="1153551"/>
            <a:ext cx="5303520" cy="489555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C"/>
                </a:solidFill>
              </a:rPr>
              <a:t>14. Chart 2 – Top 10 Sports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rPr dirty="0"/>
              <a:t>Rows: Sport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rPr dirty="0"/>
              <a:t>Values: Count of ID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rPr dirty="0"/>
              <a:t>Apply Value Filters → Top 10.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rPr dirty="0"/>
              <a:t>Chart: Bar Chart.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rPr dirty="0"/>
              <a:t>Purpose: To find sports with the highest </a:t>
            </a:r>
            <a:endParaRPr lang="en-US" dirty="0"/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rPr lang="en-IN" dirty="0"/>
              <a:t>                 </a:t>
            </a:r>
            <a:r>
              <a:rPr dirty="0"/>
              <a:t>athlete participation.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6969"/>
                </a:solidFill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5847" y="1691640"/>
            <a:ext cx="4754880" cy="3474720"/>
          </a:xfrm>
          <a:prstGeom prst="roundRect">
            <a:avLst/>
          </a:prstGeom>
          <a:solidFill>
            <a:srgbClr val="EFF5FA"/>
          </a:solidFill>
          <a:ln>
            <a:solidFill>
              <a:srgbClr val="2D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D6CB4"/>
                </a:solidFill>
              </a:rPr>
              <a:t>PASTE TOP 10 SPORTS CHART HERE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A9E565-7E86-4B05-B61A-5659819B1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4535" y="960120"/>
            <a:ext cx="5915466" cy="514525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C"/>
                </a:solidFill>
              </a:rPr>
              <a:t>15. Chart 3 – Gender and Season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Male vs Female: Rows = Sex, Values = Count of ID, Chart = Doughnut.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Summer vs Winter: Rows = Season, Values = Count of ID, Chart = Doughnut.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These charts show how participation is divided by gender and season.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6969"/>
                </a:solidFill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2907792"/>
            <a:ext cx="4754880" cy="3474720"/>
          </a:xfrm>
          <a:prstGeom prst="roundRect">
            <a:avLst/>
          </a:prstGeom>
          <a:solidFill>
            <a:srgbClr val="EFF5FA"/>
          </a:solidFill>
          <a:ln>
            <a:solidFill>
              <a:srgbClr val="2D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D6CB4"/>
                </a:solidFill>
              </a:rPr>
              <a:t>PASTE GENDER / SEASON CHARTS HERE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807024-BA89-4FCD-821F-BB9750825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357" y="2758942"/>
            <a:ext cx="4234376" cy="36235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DA608D3-6451-4622-B672-F3E2821D1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078" y="2758942"/>
            <a:ext cx="5070282" cy="364185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C"/>
                </a:solidFill>
              </a:rPr>
              <a:t>16. Chart 4 – Medal-Winning Countries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rPr dirty="0"/>
              <a:t>Rows: Country / NOC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rPr dirty="0"/>
              <a:t>Values: Count of ID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rPr dirty="0"/>
              <a:t>Filter: Medal Status = Medal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rPr dirty="0"/>
              <a:t>Sort from largest to smallest.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rPr dirty="0"/>
              <a:t>Chart: Bar Chart.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rPr dirty="0"/>
              <a:t>Purpose: To find countries with the highest </a:t>
            </a:r>
            <a:endParaRPr lang="en-US" dirty="0"/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rPr lang="en-IN" dirty="0"/>
              <a:t>                 </a:t>
            </a:r>
            <a:r>
              <a:rPr dirty="0"/>
              <a:t>number of medal-winning records.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6969"/>
                </a:solidFill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426378"/>
            <a:ext cx="4754880" cy="3474720"/>
          </a:xfrm>
          <a:prstGeom prst="roundRect">
            <a:avLst/>
          </a:prstGeom>
          <a:solidFill>
            <a:srgbClr val="EFF5FA"/>
          </a:solidFill>
          <a:ln>
            <a:solidFill>
              <a:srgbClr val="2D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D6CB4"/>
                </a:solidFill>
              </a:rPr>
              <a:t>PASTE MEDAL-WINNING COUNTRIES CHART HERE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BDDC72-88B5-4745-A8F8-54CE37F0C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5670" y="960120"/>
            <a:ext cx="5824330" cy="489734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C"/>
                </a:solidFill>
              </a:rPr>
              <a:t>17. Chart 5 – Medal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Gold/Silver/Bronze: Rows = Medal, Values = Count of ID, Chart = Column.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Medals by Sport: Rows = Sport, Columns = Medal, Values = Count of ID.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Chart: Stacked Column.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This shows both total medals and the medal mix by sport.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6969"/>
                </a:solidFill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79312" y="2544417"/>
            <a:ext cx="4754880" cy="3474720"/>
          </a:xfrm>
          <a:prstGeom prst="roundRect">
            <a:avLst/>
          </a:prstGeom>
          <a:solidFill>
            <a:srgbClr val="EFF5FA"/>
          </a:solidFill>
          <a:ln>
            <a:solidFill>
              <a:srgbClr val="2D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D6CB4"/>
                </a:solidFill>
              </a:rPr>
              <a:t>PASTE MEDAL CHARTS HERE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926D86-2D4A-4A40-8FA7-E464A892D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861" y="2319130"/>
            <a:ext cx="5168348" cy="408167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C"/>
                </a:solidFill>
              </a:rPr>
              <a:t>18. Chart 6 – Average Age by Sport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Rows: Sport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Values: Average of Age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Blank ages are not treated as zero.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Chart: Bar Chart.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Purpose: To compare the average athlete age across sports.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6969"/>
                </a:solidFill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79311" y="1691640"/>
            <a:ext cx="4754880" cy="3474720"/>
          </a:xfrm>
          <a:prstGeom prst="roundRect">
            <a:avLst/>
          </a:prstGeom>
          <a:solidFill>
            <a:srgbClr val="EFF5FA"/>
          </a:solidFill>
          <a:ln>
            <a:solidFill>
              <a:srgbClr val="2D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D6CB4"/>
                </a:solidFill>
              </a:rPr>
              <a:t>PASTE AVERAGE AGE CHART HERE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3787D9-8B14-4A90-A899-B55D0A84B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310" y="1139688"/>
            <a:ext cx="4887403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C"/>
                </a:solidFill>
              </a:rPr>
              <a:t>19. Slicers and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33272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Slicers make the dashboard interactive.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Suggested slicers: Year, Season, Sex, Sport, Country/NOC and Medal.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Clicking a slicer filters connected PivotTables and charts.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The final dashboard combines KPIs, charts and slicers in one view.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6969"/>
                </a:solidFill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52807" y="3108960"/>
            <a:ext cx="4754880" cy="3474720"/>
          </a:xfrm>
          <a:prstGeom prst="roundRect">
            <a:avLst/>
          </a:prstGeom>
          <a:solidFill>
            <a:srgbClr val="EFF5FA"/>
          </a:solidFill>
          <a:ln>
            <a:solidFill>
              <a:srgbClr val="2D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D6CB4"/>
                </a:solidFill>
              </a:rPr>
              <a:t>PASTE FINAL DASHBOARD SCREENSHOT HERE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16F4E1-0E1E-4324-9A52-70881C7EC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13" y="2968487"/>
            <a:ext cx="11423374" cy="368834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C"/>
                </a:solidFill>
              </a:rPr>
              <a:t>20.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The Olympic dataset was cleaned and prepared using Power Query.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KPIs give a quick summary of records, countries, sports and medals.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PivotTables and PivotCharts show participation, sports, gender, seasons, age and medals.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Slicers allow the user to explore the data interactively.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The dashboard converts raw Olympic data into simple and useful information.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6969"/>
                </a:solidFill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1005</Words>
  <Application>Microsoft Office PowerPoint</Application>
  <PresentationFormat>Widescreen</PresentationFormat>
  <Paragraphs>144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</cp:lastModifiedBy>
  <cp:revision>4</cp:revision>
  <dcterms:created xsi:type="dcterms:W3CDTF">2013-01-27T09:14:16Z</dcterms:created>
  <dcterms:modified xsi:type="dcterms:W3CDTF">2026-10-05T15:43:22Z</dcterms:modified>
  <cp:category/>
</cp:coreProperties>
</file>